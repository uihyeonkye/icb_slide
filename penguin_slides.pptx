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 분석 보고서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발표자: GitHub Copilot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날짜: 2025년 12월 23일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Palmer Penguins 데이터셋은 남극 펭귄 3종(Adelie, Chinstrap, Gentoo)에 대한 데이터입니다.</a:t>
            </a:r>
          </a:p>
          <a:p>
            <a:pPr lvl="0"/>
            <a:r>
              <a:rPr b="1"/>
              <a:t>총 샘플 수</a:t>
            </a:r>
            <a:r>
              <a:rPr/>
              <a:t>: 344개 (결측치 제거 후 333개)</a:t>
            </a:r>
          </a:p>
          <a:p>
            <a:pPr lvl="0"/>
            <a:r>
              <a:rPr b="1"/>
              <a:t>특징</a:t>
            </a:r>
            <a:r>
              <a:rPr/>
              <a:t>: 종, 섬, 부리 길이/깊이, 날개 길이, 체중, 성별</a:t>
            </a:r>
          </a:p>
          <a:p>
            <a:pPr lvl="0"/>
            <a:r>
              <a:rPr b="1"/>
              <a:t>목적</a:t>
            </a:r>
            <a:r>
              <a:rPr/>
              <a:t>: 종별 차이 분석 및 시각화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 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&lt;class 'pandas.core.frame.DataFrame'&gt;
Index: 333 entries, 0 to 343
Data columns (total 7 columns):
 #   Column             Non-Null Count  Dtype
---  ------             --------------  -----
 0   species            333 non-null    object
 1   island             333 non-null    object
 2   bill_length_mm     333 non-null    float64
 3   bill_depth_mm      333 non-null    float64
 4   flipper_length_mm  333 non-null    float64
 5   body_mass_g        333 non-null    float64
 6   sex                333 non-null    object
dtypes: float64(4), object(3)
memory usage: 20.8+ KB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 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표준편차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bill_depth_mm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flipper_length_mm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body_mass_g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4207.06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805.22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결측치 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species: 0</a:t>
            </a:r>
          </a:p>
          <a:p>
            <a:pPr lvl="0"/>
            <a:r>
              <a:rPr/>
              <a:t>island: 0</a:t>
            </a:r>
          </a:p>
          <a:p>
            <a:pPr lvl="0"/>
            <a:r>
              <a:rPr/>
              <a:t>bill_length_mm: 0 (원래 2)</a:t>
            </a:r>
          </a:p>
          <a:p>
            <a:pPr lvl="0"/>
            <a:r>
              <a:rPr/>
              <a:t>bill_depth_mm: 0 (원래 2)</a:t>
            </a:r>
          </a:p>
          <a:p>
            <a:pPr lvl="0"/>
            <a:r>
              <a:rPr/>
              <a:t>flipper_length_mm: 0 (원래 2)</a:t>
            </a:r>
          </a:p>
          <a:p>
            <a:pPr lvl="0"/>
            <a:r>
              <a:rPr/>
              <a:t>body_mass_g: 0 (원래 2)</a:t>
            </a:r>
          </a:p>
          <a:p>
            <a:pPr lvl="0"/>
            <a:r>
              <a:rPr/>
              <a:t>sex: 0 (원래 11)</a:t>
            </a:r>
          </a:p>
          <a:p>
            <a:pPr lvl="0" indent="0" marL="0">
              <a:buNone/>
            </a:pPr>
            <a:r>
              <a:rPr/>
              <a:t>결측치는 제거되었습니다.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1: 부리 길이 히스토그램</a:t>
            </a:r>
          </a:p>
        </p:txBody>
      </p:sp>
      <p:pic>
        <p:nvPicPr>
          <p:cNvPr descr="images/hist_bill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Adelie 펭귄이 가장 작은 부리를 가지고 있으며, Gentoo가 가장 큽니다. 이는 먹이 습관 차이를 반영합니다.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2: 부리 깊이 히스토그램</a:t>
            </a:r>
          </a:p>
        </p:txBody>
      </p:sp>
      <p:pic>
        <p:nvPicPr>
          <p:cNvPr descr="images/hist_bill_dep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깊이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Chinstrap이 가장 깊은 부리를 가지며, 크릴 잡기에 특화되어 있습니다.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3: 날개 길이 히스토그램</a:t>
            </a:r>
          </a:p>
        </p:txBody>
      </p:sp>
      <p:pic>
        <p:nvPicPr>
          <p:cNvPr descr="images/hist_flipper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Gentoo의 날개가 가장 길어 수영에 유리합니다.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4: 체중 히스토그램</a:t>
            </a:r>
          </a:p>
        </p:txBody>
      </p:sp>
      <p:pic>
        <p:nvPicPr>
          <p:cNvPr descr="images/hist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체중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Gentoo가 가장 무겁고, 수컷이 암컷보다 무겁습니다.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5: 종별 부리 길이 박스플롯</a:t>
            </a:r>
          </a:p>
        </p:txBody>
      </p:sp>
      <p:pic>
        <p:nvPicPr>
          <p:cNvPr descr="images/box_bill_length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부리 길이 박스플롯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Gentoo의 부리가 가장 길고 일관적입니다.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6: 종별 부리 깊이 박스플롯</a:t>
            </a:r>
          </a:p>
        </p:txBody>
      </p:sp>
      <p:pic>
        <p:nvPicPr>
          <p:cNvPr descr="images/box_bill_depth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부리 깊이 박스플롯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Chinstrap이 가장 깊고, Gentoo가 얕습니다.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7: 부리 길이 vs 깊이 산점도</a:t>
            </a:r>
          </a:p>
        </p:txBody>
      </p:sp>
      <p:pic>
        <p:nvPicPr>
          <p:cNvPr descr="images/scatter_bill_length_dep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vs 부리 깊이 산점도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종별 클러스터링이 명확합니다.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8: 날개 길이 vs 체중 산점도</a:t>
            </a:r>
          </a:p>
        </p:txBody>
      </p:sp>
      <p:pic>
        <p:nvPicPr>
          <p:cNvPr descr="images/scatter_flipper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vs 체중 산점도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강한 양의 상관관계가 있습니다.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9: 종별 개수 막대그래프</a:t>
            </a:r>
          </a:p>
        </p:txBody>
      </p:sp>
      <p:pic>
        <p:nvPicPr>
          <p:cNvPr descr="images/bar_species_cou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개수 막대그래프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Gentoo가 가장 많고, 섬별 분포 차이가 있습니다.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종 vs 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각 종이 특정 섬에 집중되어 있습니다.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피봇테이블: 평균 체중 (종 x 성별)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4043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5485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수컷이 암컷보다 무겁고, Gentoo 차이가 큽니다.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10: 종별 체중 바이올린 플롯</a:t>
            </a:r>
          </a:p>
        </p:txBody>
      </p:sp>
      <p:pic>
        <p:nvPicPr>
          <p:cNvPr descr="images/violin_body_mass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체중 바이올린 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 분포가 넓고 평균 높습니다.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11: 페어 플롯</a:t>
            </a:r>
          </a:p>
        </p:txBody>
      </p:sp>
      <p:pic>
        <p:nvPicPr>
          <p:cNvPr descr="images/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20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페어 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변수 간 관계를 종별로 보여줍니다.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12: 상관관계 히트맵</a:t>
            </a:r>
          </a:p>
        </p:txBody>
      </p:sp>
      <p:pic>
        <p:nvPicPr>
          <p:cNvPr descr="images/heatmap_cor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상관관계 히트맵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날개 길이와 체중의 상관계수가 높습니다.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데이터셋: 333개 샘플, 3종 펭귄</a:t>
            </a:r>
          </a:p>
          <a:p>
            <a:pPr lvl="0"/>
            <a:r>
              <a:rPr/>
              <a:t>주요 차이: Gentoo가 크고 무거움</a:t>
            </a:r>
          </a:p>
          <a:p>
            <a:pPr lvl="0"/>
            <a:r>
              <a:rPr/>
              <a:t>인사이트: 서식지와 먹이에 따른 적응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 분석을 통해 종별 차이를 이해했습니다. 추가 연구로 생태계 보존에 기여할 수 있습니다.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질문 있으신가요?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2025-12-23T13:17:42Z</dcterms:created>
  <dcterms:modified xsi:type="dcterms:W3CDTF">2025-12-23T13:17:42Z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